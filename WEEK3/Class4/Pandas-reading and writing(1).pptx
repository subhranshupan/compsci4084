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DE4CA2-F509-42B3-B1EC-D45E3F3B8A24}" v="7" dt="2026-09-18T09:33:22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illa Bikanga Ada" userId="b964f4d4-5927-4a33-a1eb-35030e652755" providerId="ADAL" clId="{A46988CF-BACF-4872-8EC1-69BC73F08BCA}"/>
    <pc:docChg chg="undo custSel addSld modSld">
      <pc:chgData name="Mireilla Bikanga Ada" userId="b964f4d4-5927-4a33-a1eb-35030e652755" providerId="ADAL" clId="{A46988CF-BACF-4872-8EC1-69BC73F08BCA}" dt="2026-09-18T09:34:40.081" v="406" actId="20577"/>
      <pc:docMkLst>
        <pc:docMk/>
      </pc:docMkLst>
      <pc:sldChg chg="modSp mod">
        <pc:chgData name="Mireilla Bikanga Ada" userId="b964f4d4-5927-4a33-a1eb-35030e652755" providerId="ADAL" clId="{A46988CF-BACF-4872-8EC1-69BC73F08BCA}" dt="2026-09-18T08:45:32.511" v="44" actId="20577"/>
        <pc:sldMkLst>
          <pc:docMk/>
          <pc:sldMk cId="352911690" sldId="257"/>
        </pc:sldMkLst>
        <pc:spChg chg="mod">
          <ac:chgData name="Mireilla Bikanga Ada" userId="b964f4d4-5927-4a33-a1eb-35030e652755" providerId="ADAL" clId="{A46988CF-BACF-4872-8EC1-69BC73F08BCA}" dt="2026-09-18T08:45:32.511" v="44" actId="20577"/>
          <ac:spMkLst>
            <pc:docMk/>
            <pc:sldMk cId="352911690" sldId="257"/>
            <ac:spMk id="3" creationId="{00000000-0000-0000-0000-000000000000}"/>
          </ac:spMkLst>
        </pc:spChg>
      </pc:sldChg>
      <pc:sldChg chg="modSp mod">
        <pc:chgData name="Mireilla Bikanga Ada" userId="b964f4d4-5927-4a33-a1eb-35030e652755" providerId="ADAL" clId="{A46988CF-BACF-4872-8EC1-69BC73F08BCA}" dt="2026-09-18T09:06:23.166" v="256" actId="2711"/>
        <pc:sldMkLst>
          <pc:docMk/>
          <pc:sldMk cId="4262453920" sldId="258"/>
        </pc:sldMkLst>
        <pc:spChg chg="mod">
          <ac:chgData name="Mireilla Bikanga Ada" userId="b964f4d4-5927-4a33-a1eb-35030e652755" providerId="ADAL" clId="{A46988CF-BACF-4872-8EC1-69BC73F08BCA}" dt="2026-09-18T09:06:23.166" v="256" actId="2711"/>
          <ac:spMkLst>
            <pc:docMk/>
            <pc:sldMk cId="4262453920" sldId="258"/>
            <ac:spMk id="3" creationId="{00000000-0000-0000-0000-000000000000}"/>
          </ac:spMkLst>
        </pc:spChg>
      </pc:sldChg>
      <pc:sldChg chg="modSp mod">
        <pc:chgData name="Mireilla Bikanga Ada" userId="b964f4d4-5927-4a33-a1eb-35030e652755" providerId="ADAL" clId="{A46988CF-BACF-4872-8EC1-69BC73F08BCA}" dt="2026-09-18T09:08:26.035" v="268" actId="27636"/>
        <pc:sldMkLst>
          <pc:docMk/>
          <pc:sldMk cId="1956054668" sldId="259"/>
        </pc:sldMkLst>
        <pc:spChg chg="mod">
          <ac:chgData name="Mireilla Bikanga Ada" userId="b964f4d4-5927-4a33-a1eb-35030e652755" providerId="ADAL" clId="{A46988CF-BACF-4872-8EC1-69BC73F08BCA}" dt="2026-09-18T09:08:26.035" v="268" actId="27636"/>
          <ac:spMkLst>
            <pc:docMk/>
            <pc:sldMk cId="1956054668" sldId="259"/>
            <ac:spMk id="3" creationId="{00000000-0000-0000-0000-000000000000}"/>
          </ac:spMkLst>
        </pc:spChg>
      </pc:sldChg>
      <pc:sldChg chg="addSp modSp mod">
        <pc:chgData name="Mireilla Bikanga Ada" userId="b964f4d4-5927-4a33-a1eb-35030e652755" providerId="ADAL" clId="{A46988CF-BACF-4872-8EC1-69BC73F08BCA}" dt="2026-09-18T09:12:30.921" v="303" actId="14100"/>
        <pc:sldMkLst>
          <pc:docMk/>
          <pc:sldMk cId="3339626766" sldId="260"/>
        </pc:sldMkLst>
        <pc:spChg chg="mod">
          <ac:chgData name="Mireilla Bikanga Ada" userId="b964f4d4-5927-4a33-a1eb-35030e652755" providerId="ADAL" clId="{A46988CF-BACF-4872-8EC1-69BC73F08BCA}" dt="2026-09-18T09:12:30.921" v="303" actId="14100"/>
          <ac:spMkLst>
            <pc:docMk/>
            <pc:sldMk cId="3339626766" sldId="260"/>
            <ac:spMk id="3" creationId="{00000000-0000-0000-0000-000000000000}"/>
          </ac:spMkLst>
        </pc:spChg>
        <pc:picChg chg="add mod">
          <ac:chgData name="Mireilla Bikanga Ada" userId="b964f4d4-5927-4a33-a1eb-35030e652755" providerId="ADAL" clId="{A46988CF-BACF-4872-8EC1-69BC73F08BCA}" dt="2026-09-18T09:11:55.591" v="301" actId="1076"/>
          <ac:picMkLst>
            <pc:docMk/>
            <pc:sldMk cId="3339626766" sldId="260"/>
            <ac:picMk id="6" creationId="{B0C47127-C87A-2028-1D7F-AC21E686CD41}"/>
          </ac:picMkLst>
        </pc:picChg>
      </pc:sldChg>
      <pc:sldChg chg="modSp mod">
        <pc:chgData name="Mireilla Bikanga Ada" userId="b964f4d4-5927-4a33-a1eb-35030e652755" providerId="ADAL" clId="{A46988CF-BACF-4872-8EC1-69BC73F08BCA}" dt="2026-09-18T09:20:25.088" v="309" actId="2711"/>
        <pc:sldMkLst>
          <pc:docMk/>
          <pc:sldMk cId="442202945" sldId="265"/>
        </pc:sldMkLst>
        <pc:spChg chg="mod">
          <ac:chgData name="Mireilla Bikanga Ada" userId="b964f4d4-5927-4a33-a1eb-35030e652755" providerId="ADAL" clId="{A46988CF-BACF-4872-8EC1-69BC73F08BCA}" dt="2026-09-18T09:18:37.969" v="304" actId="20577"/>
          <ac:spMkLst>
            <pc:docMk/>
            <pc:sldMk cId="442202945" sldId="265"/>
            <ac:spMk id="3" creationId="{00000000-0000-0000-0000-000000000000}"/>
          </ac:spMkLst>
        </pc:spChg>
        <pc:spChg chg="mod">
          <ac:chgData name="Mireilla Bikanga Ada" userId="b964f4d4-5927-4a33-a1eb-35030e652755" providerId="ADAL" clId="{A46988CF-BACF-4872-8EC1-69BC73F08BCA}" dt="2026-09-18T09:20:25.088" v="309" actId="2711"/>
          <ac:spMkLst>
            <pc:docMk/>
            <pc:sldMk cId="442202945" sldId="265"/>
            <ac:spMk id="5" creationId="{00000000-0000-0000-0000-000000000000}"/>
          </ac:spMkLst>
        </pc:spChg>
      </pc:sldChg>
      <pc:sldChg chg="modSp mod">
        <pc:chgData name="Mireilla Bikanga Ada" userId="b964f4d4-5927-4a33-a1eb-35030e652755" providerId="ADAL" clId="{A46988CF-BACF-4872-8EC1-69BC73F08BCA}" dt="2026-09-18T09:26:56.164" v="311" actId="20577"/>
        <pc:sldMkLst>
          <pc:docMk/>
          <pc:sldMk cId="757708577" sldId="266"/>
        </pc:sldMkLst>
        <pc:spChg chg="mod">
          <ac:chgData name="Mireilla Bikanga Ada" userId="b964f4d4-5927-4a33-a1eb-35030e652755" providerId="ADAL" clId="{A46988CF-BACF-4872-8EC1-69BC73F08BCA}" dt="2026-09-18T09:26:56.164" v="311" actId="20577"/>
          <ac:spMkLst>
            <pc:docMk/>
            <pc:sldMk cId="757708577" sldId="266"/>
            <ac:spMk id="3" creationId="{00000000-0000-0000-0000-000000000000}"/>
          </ac:spMkLst>
        </pc:spChg>
      </pc:sldChg>
      <pc:sldChg chg="addSp modSp mod">
        <pc:chgData name="Mireilla Bikanga Ada" userId="b964f4d4-5927-4a33-a1eb-35030e652755" providerId="ADAL" clId="{A46988CF-BACF-4872-8EC1-69BC73F08BCA}" dt="2026-09-18T09:31:34.930" v="374" actId="20577"/>
        <pc:sldMkLst>
          <pc:docMk/>
          <pc:sldMk cId="2229362431" sldId="267"/>
        </pc:sldMkLst>
        <pc:spChg chg="mod">
          <ac:chgData name="Mireilla Bikanga Ada" userId="b964f4d4-5927-4a33-a1eb-35030e652755" providerId="ADAL" clId="{A46988CF-BACF-4872-8EC1-69BC73F08BCA}" dt="2026-09-18T09:31:34.930" v="374" actId="20577"/>
          <ac:spMkLst>
            <pc:docMk/>
            <pc:sldMk cId="2229362431" sldId="267"/>
            <ac:spMk id="3" creationId="{00000000-0000-0000-0000-000000000000}"/>
          </ac:spMkLst>
        </pc:spChg>
        <pc:picChg chg="add mod">
          <ac:chgData name="Mireilla Bikanga Ada" userId="b964f4d4-5927-4a33-a1eb-35030e652755" providerId="ADAL" clId="{A46988CF-BACF-4872-8EC1-69BC73F08BCA}" dt="2026-09-18T09:29:14.625" v="325" actId="1076"/>
          <ac:picMkLst>
            <pc:docMk/>
            <pc:sldMk cId="2229362431" sldId="267"/>
            <ac:picMk id="5" creationId="{067D1A47-8BC2-2B6A-6FBF-A113F160518A}"/>
          </ac:picMkLst>
        </pc:picChg>
        <pc:picChg chg="mod">
          <ac:chgData name="Mireilla Bikanga Ada" userId="b964f4d4-5927-4a33-a1eb-35030e652755" providerId="ADAL" clId="{A46988CF-BACF-4872-8EC1-69BC73F08BCA}" dt="2026-09-18T09:30:46.685" v="343" actId="14100"/>
          <ac:picMkLst>
            <pc:docMk/>
            <pc:sldMk cId="2229362431" sldId="267"/>
            <ac:picMk id="9219" creationId="{00000000-0000-0000-0000-000000000000}"/>
          </ac:picMkLst>
        </pc:picChg>
      </pc:sldChg>
      <pc:sldChg chg="modSp mod">
        <pc:chgData name="Mireilla Bikanga Ada" userId="b964f4d4-5927-4a33-a1eb-35030e652755" providerId="ADAL" clId="{A46988CF-BACF-4872-8EC1-69BC73F08BCA}" dt="2026-09-18T09:33:46.161" v="382" actId="1076"/>
        <pc:sldMkLst>
          <pc:docMk/>
          <pc:sldMk cId="1444076358" sldId="268"/>
        </pc:sldMkLst>
        <pc:spChg chg="mod">
          <ac:chgData name="Mireilla Bikanga Ada" userId="b964f4d4-5927-4a33-a1eb-35030e652755" providerId="ADAL" clId="{A46988CF-BACF-4872-8EC1-69BC73F08BCA}" dt="2026-09-18T09:33:27.415" v="376" actId="1076"/>
          <ac:spMkLst>
            <pc:docMk/>
            <pc:sldMk cId="1444076358" sldId="268"/>
            <ac:spMk id="4" creationId="{00000000-0000-0000-0000-000000000000}"/>
          </ac:spMkLst>
        </pc:spChg>
        <pc:spChg chg="mod">
          <ac:chgData name="Mireilla Bikanga Ada" userId="b964f4d4-5927-4a33-a1eb-35030e652755" providerId="ADAL" clId="{A46988CF-BACF-4872-8EC1-69BC73F08BCA}" dt="2026-09-18T09:33:34.792" v="378" actId="1076"/>
          <ac:spMkLst>
            <pc:docMk/>
            <pc:sldMk cId="1444076358" sldId="268"/>
            <ac:spMk id="7" creationId="{00000000-0000-0000-0000-000000000000}"/>
          </ac:spMkLst>
        </pc:spChg>
        <pc:spChg chg="mod">
          <ac:chgData name="Mireilla Bikanga Ada" userId="b964f4d4-5927-4a33-a1eb-35030e652755" providerId="ADAL" clId="{A46988CF-BACF-4872-8EC1-69BC73F08BCA}" dt="2026-09-18T09:33:39.928" v="380" actId="1076"/>
          <ac:spMkLst>
            <pc:docMk/>
            <pc:sldMk cId="1444076358" sldId="268"/>
            <ac:spMk id="9" creationId="{00000000-0000-0000-0000-000000000000}"/>
          </ac:spMkLst>
        </pc:spChg>
        <pc:spChg chg="mod">
          <ac:chgData name="Mireilla Bikanga Ada" userId="b964f4d4-5927-4a33-a1eb-35030e652755" providerId="ADAL" clId="{A46988CF-BACF-4872-8EC1-69BC73F08BCA}" dt="2026-09-18T09:33:46.161" v="382" actId="1076"/>
          <ac:spMkLst>
            <pc:docMk/>
            <pc:sldMk cId="1444076358" sldId="268"/>
            <ac:spMk id="14" creationId="{00000000-0000-0000-0000-000000000000}"/>
          </ac:spMkLst>
        </pc:spChg>
        <pc:picChg chg="mod">
          <ac:chgData name="Mireilla Bikanga Ada" userId="b964f4d4-5927-4a33-a1eb-35030e652755" providerId="ADAL" clId="{A46988CF-BACF-4872-8EC1-69BC73F08BCA}" dt="2026-09-18T09:33:22.340" v="375" actId="14100"/>
          <ac:picMkLst>
            <pc:docMk/>
            <pc:sldMk cId="1444076358" sldId="268"/>
            <ac:picMk id="10242" creationId="{00000000-0000-0000-0000-000000000000}"/>
          </ac:picMkLst>
        </pc:picChg>
        <pc:cxnChg chg="mod">
          <ac:chgData name="Mireilla Bikanga Ada" userId="b964f4d4-5927-4a33-a1eb-35030e652755" providerId="ADAL" clId="{A46988CF-BACF-4872-8EC1-69BC73F08BCA}" dt="2026-09-18T09:33:31.831" v="377" actId="1076"/>
          <ac:cxnSpMkLst>
            <pc:docMk/>
            <pc:sldMk cId="1444076358" sldId="268"/>
            <ac:cxnSpMk id="10" creationId="{00000000-0000-0000-0000-000000000000}"/>
          </ac:cxnSpMkLst>
        </pc:cxnChg>
        <pc:cxnChg chg="mod">
          <ac:chgData name="Mireilla Bikanga Ada" userId="b964f4d4-5927-4a33-a1eb-35030e652755" providerId="ADAL" clId="{A46988CF-BACF-4872-8EC1-69BC73F08BCA}" dt="2026-09-18T09:33:37.243" v="379" actId="1076"/>
          <ac:cxnSpMkLst>
            <pc:docMk/>
            <pc:sldMk cId="1444076358" sldId="268"/>
            <ac:cxnSpMk id="12" creationId="{00000000-0000-0000-0000-000000000000}"/>
          </ac:cxnSpMkLst>
        </pc:cxnChg>
        <pc:cxnChg chg="mod">
          <ac:chgData name="Mireilla Bikanga Ada" userId="b964f4d4-5927-4a33-a1eb-35030e652755" providerId="ADAL" clId="{A46988CF-BACF-4872-8EC1-69BC73F08BCA}" dt="2026-09-18T09:33:42.546" v="381" actId="1076"/>
          <ac:cxnSpMkLst>
            <pc:docMk/>
            <pc:sldMk cId="1444076358" sldId="268"/>
            <ac:cxnSpMk id="15" creationId="{00000000-0000-0000-0000-000000000000}"/>
          </ac:cxnSpMkLst>
        </pc:cxnChg>
      </pc:sldChg>
      <pc:sldChg chg="modSp mod">
        <pc:chgData name="Mireilla Bikanga Ada" userId="b964f4d4-5927-4a33-a1eb-35030e652755" providerId="ADAL" clId="{A46988CF-BACF-4872-8EC1-69BC73F08BCA}" dt="2026-09-18T08:50:03.223" v="125" actId="27636"/>
        <pc:sldMkLst>
          <pc:docMk/>
          <pc:sldMk cId="1753418958" sldId="270"/>
        </pc:sldMkLst>
        <pc:spChg chg="mod">
          <ac:chgData name="Mireilla Bikanga Ada" userId="b964f4d4-5927-4a33-a1eb-35030e652755" providerId="ADAL" clId="{A46988CF-BACF-4872-8EC1-69BC73F08BCA}" dt="2026-09-18T08:50:03.223" v="125" actId="27636"/>
          <ac:spMkLst>
            <pc:docMk/>
            <pc:sldMk cId="1753418958" sldId="270"/>
            <ac:spMk id="3" creationId="{00000000-0000-0000-0000-000000000000}"/>
          </ac:spMkLst>
        </pc:spChg>
      </pc:sldChg>
      <pc:sldChg chg="addSp modSp mod">
        <pc:chgData name="Mireilla Bikanga Ada" userId="b964f4d4-5927-4a33-a1eb-35030e652755" providerId="ADAL" clId="{A46988CF-BACF-4872-8EC1-69BC73F08BCA}" dt="2026-09-18T09:00:16.704" v="221" actId="20577"/>
        <pc:sldMkLst>
          <pc:docMk/>
          <pc:sldMk cId="675392104" sldId="271"/>
        </pc:sldMkLst>
        <pc:spChg chg="mod">
          <ac:chgData name="Mireilla Bikanga Ada" userId="b964f4d4-5927-4a33-a1eb-35030e652755" providerId="ADAL" clId="{A46988CF-BACF-4872-8EC1-69BC73F08BCA}" dt="2026-09-18T09:00:16.704" v="221" actId="20577"/>
          <ac:spMkLst>
            <pc:docMk/>
            <pc:sldMk cId="675392104" sldId="271"/>
            <ac:spMk id="3" creationId="{00000000-0000-0000-0000-000000000000}"/>
          </ac:spMkLst>
        </pc:spChg>
        <pc:picChg chg="add mod">
          <ac:chgData name="Mireilla Bikanga Ada" userId="b964f4d4-5927-4a33-a1eb-35030e652755" providerId="ADAL" clId="{A46988CF-BACF-4872-8EC1-69BC73F08BCA}" dt="2026-09-18T08:56:00.707" v="172" actId="14100"/>
          <ac:picMkLst>
            <pc:docMk/>
            <pc:sldMk cId="675392104" sldId="271"/>
            <ac:picMk id="6" creationId="{AC5D1093-3055-0F75-F7BC-8D33EEB64137}"/>
          </ac:picMkLst>
        </pc:picChg>
        <pc:picChg chg="add mod">
          <ac:chgData name="Mireilla Bikanga Ada" userId="b964f4d4-5927-4a33-a1eb-35030e652755" providerId="ADAL" clId="{A46988CF-BACF-4872-8EC1-69BC73F08BCA}" dt="2026-09-18T08:56:18.171" v="175" actId="1076"/>
          <ac:picMkLst>
            <pc:docMk/>
            <pc:sldMk cId="675392104" sldId="271"/>
            <ac:picMk id="14" creationId="{59CD6E07-B338-70B9-0D06-B410BA99BE87}"/>
          </ac:picMkLst>
        </pc:picChg>
        <pc:cxnChg chg="mod">
          <ac:chgData name="Mireilla Bikanga Ada" userId="b964f4d4-5927-4a33-a1eb-35030e652755" providerId="ADAL" clId="{A46988CF-BACF-4872-8EC1-69BC73F08BCA}" dt="2026-09-18T08:54:19.053" v="149" actId="14100"/>
          <ac:cxnSpMkLst>
            <pc:docMk/>
            <pc:sldMk cId="675392104" sldId="271"/>
            <ac:cxnSpMk id="9" creationId="{00000000-0000-0000-0000-000000000000}"/>
          </ac:cxnSpMkLst>
        </pc:cxnChg>
        <pc:cxnChg chg="mod">
          <ac:chgData name="Mireilla Bikanga Ada" userId="b964f4d4-5927-4a33-a1eb-35030e652755" providerId="ADAL" clId="{A46988CF-BACF-4872-8EC1-69BC73F08BCA}" dt="2026-09-18T08:54:22.142" v="150" actId="14100"/>
          <ac:cxnSpMkLst>
            <pc:docMk/>
            <pc:sldMk cId="675392104" sldId="271"/>
            <ac:cxnSpMk id="11" creationId="{00000000-0000-0000-0000-000000000000}"/>
          </ac:cxnSpMkLst>
        </pc:cxnChg>
      </pc:sldChg>
      <pc:sldChg chg="modSp mod">
        <pc:chgData name="Mireilla Bikanga Ada" userId="b964f4d4-5927-4a33-a1eb-35030e652755" providerId="ADAL" clId="{A46988CF-BACF-4872-8EC1-69BC73F08BCA}" dt="2026-09-18T09:03:31.921" v="248" actId="20577"/>
        <pc:sldMkLst>
          <pc:docMk/>
          <pc:sldMk cId="3509648681" sldId="273"/>
        </pc:sldMkLst>
        <pc:spChg chg="mod">
          <ac:chgData name="Mireilla Bikanga Ada" userId="b964f4d4-5927-4a33-a1eb-35030e652755" providerId="ADAL" clId="{A46988CF-BACF-4872-8EC1-69BC73F08BCA}" dt="2026-09-18T09:03:31.921" v="248" actId="20577"/>
          <ac:spMkLst>
            <pc:docMk/>
            <pc:sldMk cId="3509648681" sldId="273"/>
            <ac:spMk id="3" creationId="{00000000-0000-0000-0000-000000000000}"/>
          </ac:spMkLst>
        </pc:spChg>
      </pc:sldChg>
      <pc:sldChg chg="addSp delSp modSp new mod">
        <pc:chgData name="Mireilla Bikanga Ada" userId="b964f4d4-5927-4a33-a1eb-35030e652755" providerId="ADAL" clId="{A46988CF-BACF-4872-8EC1-69BC73F08BCA}" dt="2026-09-18T09:34:40.081" v="406" actId="20577"/>
        <pc:sldMkLst>
          <pc:docMk/>
          <pc:sldMk cId="3695367390" sldId="275"/>
        </pc:sldMkLst>
        <pc:spChg chg="mod">
          <ac:chgData name="Mireilla Bikanga Ada" userId="b964f4d4-5927-4a33-a1eb-35030e652755" providerId="ADAL" clId="{A46988CF-BACF-4872-8EC1-69BC73F08BCA}" dt="2026-09-18T09:34:40.081" v="406" actId="20577"/>
          <ac:spMkLst>
            <pc:docMk/>
            <pc:sldMk cId="3695367390" sldId="275"/>
            <ac:spMk id="2" creationId="{D28713FE-51B6-C98D-C8E6-4B904246DA23}"/>
          </ac:spMkLst>
        </pc:spChg>
        <pc:spChg chg="del mod">
          <ac:chgData name="Mireilla Bikanga Ada" userId="b964f4d4-5927-4a33-a1eb-35030e652755" providerId="ADAL" clId="{A46988CF-BACF-4872-8EC1-69BC73F08BCA}" dt="2026-09-18T09:34:14.779" v="385" actId="478"/>
          <ac:spMkLst>
            <pc:docMk/>
            <pc:sldMk cId="3695367390" sldId="275"/>
            <ac:spMk id="3" creationId="{A6456547-BAE9-FA66-321B-DA4803918646}"/>
          </ac:spMkLst>
        </pc:spChg>
        <pc:spChg chg="add mod">
          <ac:chgData name="Mireilla Bikanga Ada" userId="b964f4d4-5927-4a33-a1eb-35030e652755" providerId="ADAL" clId="{A46988CF-BACF-4872-8EC1-69BC73F08BCA}" dt="2026-09-18T09:34:29.273" v="388" actId="2711"/>
          <ac:spMkLst>
            <pc:docMk/>
            <pc:sldMk cId="3695367390" sldId="275"/>
            <ac:spMk id="5" creationId="{F95E39C1-84BD-642C-A6AB-97C84327D6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724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799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60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09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78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58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02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79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40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25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24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66698-78AA-4E64-B576-F68C66C51AC0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02220-7D5F-429B-A60A-23D57EA1B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3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Pandas: Data Structures, Reading and 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85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0482"/>
            <a:ext cx="8229600" cy="610206"/>
          </a:xfrm>
        </p:spPr>
        <p:txBody>
          <a:bodyPr>
            <a:normAutofit fontScale="90000"/>
          </a:bodyPr>
          <a:lstStyle/>
          <a:p>
            <a:r>
              <a:rPr lang="en-GB" dirty="0"/>
              <a:t>Basic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291264" cy="576064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Pandas is a Python library for data analysis and manipulation. It provides data structures such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dirty="0"/>
              <a:t>, along with functions for reading and writing data from files and databases.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Python IDE (Integrated Development Environment): Jupyter Notebook or Spyder.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US" dirty="0"/>
              <a:t>Pandas can be installed with package managers such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Primary data structures on which all transactions are centred (generally made during the analysis): </a:t>
            </a:r>
          </a:p>
          <a:p>
            <a:pPr lvl="1"/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Series: </a:t>
            </a:r>
            <a:r>
              <a:rPr lang="en-GB" dirty="0">
                <a:cs typeface="Courier New" panose="02070309020205020404" pitchFamily="49" charset="0"/>
              </a:rPr>
              <a:t>is a one-dimensional data structure labelled array (</a:t>
            </a:r>
            <a:r>
              <a:rPr lang="en-US" dirty="0">
                <a:cs typeface="Courier New" panose="02070309020205020404" pitchFamily="49" charset="0"/>
              </a:rPr>
              <a:t>each value can have an index label)</a:t>
            </a:r>
            <a:r>
              <a:rPr lang="en-GB" dirty="0"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Dataframes: </a:t>
            </a:r>
            <a:r>
              <a:rPr lang="en-GB" dirty="0">
                <a:cs typeface="Courier New" panose="02070309020205020404" pitchFamily="49" charset="0"/>
              </a:rPr>
              <a:t>More complex data structure designed to contain cases with several dimensions.</a:t>
            </a:r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911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831" y="332656"/>
            <a:ext cx="3744416" cy="418058"/>
          </a:xfrm>
        </p:spPr>
        <p:txBody>
          <a:bodyPr>
            <a:normAutofit fontScale="90000"/>
          </a:bodyPr>
          <a:lstStyle/>
          <a:p>
            <a:r>
              <a:rPr lang="en-GB" dirty="0"/>
              <a:t>The Series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51" y="980728"/>
            <a:ext cx="2541334" cy="5877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196752"/>
            <a:ext cx="2808205" cy="5339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92785" y="1556792"/>
            <a:ext cx="1512168" cy="523220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Declaring a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4" y="3287182"/>
            <a:ext cx="3426494" cy="307777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Selecting one internal 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7624" y="4073252"/>
            <a:ext cx="3066454" cy="307777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Selecting multiple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624" y="5301208"/>
            <a:ext cx="3456384" cy="523220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Assigning a value to an item using its index.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14" y="1196752"/>
            <a:ext cx="1512168" cy="954107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Declaring a series, assigning an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2126" y="2780928"/>
            <a:ext cx="2700353" cy="523220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Assigning a value to an item using its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192" y="4302742"/>
            <a:ext cx="1980274" cy="307777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Filtering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4128" y="5445224"/>
            <a:ext cx="3312368" cy="954107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Operators (+,-,* and /) and mathematical function that are applicable to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array can be extended to Series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508104" y="5661248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5724128" y="4456630"/>
            <a:ext cx="46799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5868144" y="3042538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7290329" y="1340768"/>
            <a:ext cx="3722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043608" y="4227140"/>
            <a:ext cx="14401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683568" y="3441070"/>
            <a:ext cx="14401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971600" y="5661248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2540831" y="1916832"/>
            <a:ext cx="15195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76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4048" y="116632"/>
            <a:ext cx="3621088" cy="706090"/>
          </a:xfrm>
        </p:spPr>
        <p:txBody>
          <a:bodyPr>
            <a:noAutofit/>
          </a:bodyPr>
          <a:lstStyle/>
          <a:p>
            <a:r>
              <a:rPr lang="en-GB" sz="3200" dirty="0"/>
              <a:t>The Series – Evaluating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040" y="1268759"/>
            <a:ext cx="3960440" cy="5560665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unique() </a:t>
            </a:r>
            <a:r>
              <a:rPr lang="en-GB" dirty="0"/>
              <a:t>function will tell us all the values contained in a series, excluding duplicates. It </a:t>
            </a:r>
            <a:r>
              <a:rPr lang="en-US" dirty="0"/>
              <a:t>returns the distinct values in the Series.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cs typeface="Courier New" panose="02070309020205020404" pitchFamily="49" charset="0"/>
              </a:rPr>
              <a:t>The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value_counts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cs typeface="Courier New" panose="02070309020205020404" pitchFamily="49" charset="0"/>
              </a:rPr>
              <a:t>function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returns the number of occurrences of each distinct value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isin() </a:t>
            </a:r>
            <a:r>
              <a:rPr lang="en-GB" dirty="0"/>
              <a:t>function </a:t>
            </a:r>
            <a:r>
              <a:rPr lang="en-US" dirty="0"/>
              <a:t>returns a Boolean Series indicating whether each value is contained in a given set/list of values</a:t>
            </a:r>
            <a:r>
              <a:rPr lang="en-GB" dirty="0"/>
              <a:t>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0"/>
            <a:ext cx="4543425" cy="68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341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5184576" cy="332656"/>
          </a:xfrm>
        </p:spPr>
        <p:txBody>
          <a:bodyPr>
            <a:normAutofit fontScale="90000"/>
          </a:bodyPr>
          <a:lstStyle/>
          <a:p>
            <a:r>
              <a:rPr lang="en-GB" dirty="0"/>
              <a:t>The Series – NaN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2176" y="476672"/>
            <a:ext cx="5184575" cy="6336704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Missing values in Pandas may be represented by </a:t>
            </a:r>
            <a:r>
              <a:rPr lang="en-GB" dirty="0" err="1">
                <a:latin typeface="Courier New" panose="02070309020205020404" pitchFamily="49" charset="0"/>
              </a:rPr>
              <a:t>NaN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</a:rPr>
              <a:t>None</a:t>
            </a:r>
            <a:r>
              <a:rPr lang="en-GB" dirty="0"/>
              <a:t> or </a:t>
            </a:r>
            <a:r>
              <a:rPr lang="en-GB" dirty="0">
                <a:latin typeface="Courier New" panose="02070309020205020404" pitchFamily="49" charset="0"/>
              </a:rPr>
              <a:t>pd.NA</a:t>
            </a:r>
            <a:r>
              <a:rPr lang="en-GB" dirty="0"/>
              <a:t>, depending on the data type.</a:t>
            </a:r>
          </a:p>
          <a:p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GB" dirty="0"/>
              <a:t> (Not a Number) is commonly used in pandas data structures to indicate the presence of an empty field or a non-numeric element. To define a missing value, we can enter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GB" dirty="0"/>
              <a:t>. Or None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isnull() </a:t>
            </a:r>
            <a:r>
              <a:rPr lang="en-GB" dirty="0">
                <a:cs typeface="Courier New" panose="02070309020205020404" pitchFamily="49" charset="0"/>
              </a:rPr>
              <a:t>(new name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isna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>
                <a:cs typeface="Courier New" panose="02070309020205020404" pitchFamily="49" charset="0"/>
              </a:rPr>
              <a:t>) </a:t>
            </a:r>
            <a:r>
              <a:rPr lang="en-GB" dirty="0"/>
              <a:t>and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notnull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cs typeface="Courier New" panose="02070309020205020404" pitchFamily="49" charset="0"/>
              </a:rPr>
              <a:t>(new name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notna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>
                <a:cs typeface="Courier New" panose="02070309020205020404" pitchFamily="49" charset="0"/>
              </a:rPr>
              <a:t>)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functions are useful to identify the indexes without a value.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isnull() </a:t>
            </a:r>
            <a:r>
              <a:rPr lang="en-GB" dirty="0"/>
              <a:t>returns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GB" dirty="0"/>
              <a:t> at NaN values in the series. 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notnull() </a:t>
            </a:r>
            <a:r>
              <a:rPr lang="en-GB" dirty="0"/>
              <a:t>returns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GB" dirty="0"/>
              <a:t> if they are not NaN.</a:t>
            </a:r>
          </a:p>
          <a:p>
            <a:endParaRPr lang="en-GB" dirty="0"/>
          </a:p>
          <a:p>
            <a:r>
              <a:rPr lang="en-GB" dirty="0"/>
              <a:t>These functions are often put inside filters to make a condition</a:t>
            </a:r>
          </a:p>
          <a:p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04663"/>
            <a:ext cx="3019425" cy="622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4139952" y="4869160"/>
            <a:ext cx="1728192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139952" y="5733256"/>
            <a:ext cx="158417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5172399" y="2348880"/>
            <a:ext cx="695745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endCxn id="3074" idx="1"/>
          </p:cNvCxnSpPr>
          <p:nvPr/>
        </p:nvCxnSpPr>
        <p:spPr>
          <a:xfrm flipV="1">
            <a:off x="5172399" y="3515345"/>
            <a:ext cx="695745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C5D1093-3055-0F75-F7BC-8D33EEB6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31" y="2420888"/>
            <a:ext cx="2299345" cy="71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CD6E07-B338-70B9-0D06-B410BA99B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871" y="2433955"/>
            <a:ext cx="2365614" cy="6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9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808" y="1856"/>
            <a:ext cx="4258816" cy="346050"/>
          </a:xfrm>
        </p:spPr>
        <p:txBody>
          <a:bodyPr>
            <a:normAutofit fontScale="90000"/>
          </a:bodyPr>
          <a:lstStyle/>
          <a:p>
            <a:r>
              <a:rPr lang="en-GB" dirty="0"/>
              <a:t>The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330" y="188640"/>
            <a:ext cx="2664296" cy="1944216"/>
          </a:xfrm>
          <a:ln>
            <a:solidFill>
              <a:schemeClr val="accent6">
                <a:lumMod val="50000"/>
              </a:schemeClr>
            </a:solidFill>
            <a:prstDash val="lgDashDotDot"/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We can create a series from a previously defined dictionary. The array of the index is filled with the keys while the data are filled with their values.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51322"/>
            <a:ext cx="4867275" cy="1872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2323529"/>
            <a:ext cx="2664296" cy="1656184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  <a:prstDash val="lgDashDotDot"/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We can also define the array indexes separately. As seen, if there is a mismatch, pandas will add the NaN value.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467545"/>
            <a:ext cx="4505325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34669" y="4556515"/>
            <a:ext cx="2797171" cy="230425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  <a:prstDash val="lgDashDotDot"/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We can perform operations between two series. Series can align data addressed differently between them by identifying their corresponding labels.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581128"/>
            <a:ext cx="412432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1860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92488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The 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5184576" cy="590465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Two-dimensional labelled tabular data structure with rows and columns,</a:t>
            </a:r>
            <a:r>
              <a:rPr lang="en-GB" dirty="0"/>
              <a:t> very similar to a spreadsheet.</a:t>
            </a:r>
          </a:p>
          <a:p>
            <a:endParaRPr lang="en-GB" dirty="0"/>
          </a:p>
          <a:p>
            <a:r>
              <a:rPr lang="en-GB" dirty="0"/>
              <a:t>Designed to extend series to multiple dimensions.</a:t>
            </a:r>
          </a:p>
          <a:p>
            <a:endParaRPr lang="en-GB" dirty="0"/>
          </a:p>
          <a:p>
            <a:r>
              <a:rPr lang="en-GB" dirty="0"/>
              <a:t>Consists of an ordered collection of columns, each of which can contain a value of a different type (numeric, string, Boolean, etc.)</a:t>
            </a:r>
          </a:p>
          <a:p>
            <a:endParaRPr lang="en-GB" dirty="0"/>
          </a:p>
          <a:p>
            <a:r>
              <a:rPr lang="en-GB" dirty="0"/>
              <a:t>Unlike series, which have an index array containing labels associated with each element, the dataframe has </a:t>
            </a:r>
            <a:r>
              <a:rPr lang="en-US" dirty="0"/>
              <a:t>labels (its index) and column labels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It can be understood as a dictionary of series where the keys are the column names and the values are the series that will form the columns of the dataframe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60648"/>
            <a:ext cx="3834304" cy="6052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209232" y="1916832"/>
            <a:ext cx="1800200" cy="646331"/>
          </a:xfrm>
          <a:prstGeom prst="rect">
            <a:avLst/>
          </a:prstGeom>
          <a:noFill/>
          <a:ln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Define a dataframe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8559" y="4653136"/>
            <a:ext cx="2610168" cy="1569660"/>
          </a:xfrm>
          <a:prstGeom prst="rect">
            <a:avLst/>
          </a:prstGeom>
          <a:noFill/>
          <a:ln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We can select the data we want to display. Use column option to specify the sequence of columns. dataframe</a:t>
            </a:r>
          </a:p>
        </p:txBody>
      </p:sp>
    </p:spTree>
    <p:extLst>
      <p:ext uri="{BB962C8B-B14F-4D97-AF65-F5344CB8AC3E}">
        <p14:creationId xmlns:p14="http://schemas.microsoft.com/office/powerpoint/2010/main" val="350964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dirty="0"/>
              <a:t>The 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64965"/>
            <a:ext cx="3322712" cy="4997152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common data structure used in Python is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nested dict</a:t>
            </a:r>
            <a:r>
              <a:rPr lang="en-GB" dirty="0"/>
              <a:t>. When it is passed directly as an argument to the DataFrame() constructor, pandas will treat external keys as column names and internal keys as labels for indexes.</a:t>
            </a:r>
          </a:p>
          <a:p>
            <a:r>
              <a:rPr lang="en-GB" dirty="0"/>
              <a:t>Fields with no match are assigned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GB" dirty="0"/>
              <a:t> value.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Transposition</a:t>
            </a:r>
            <a:r>
              <a:rPr lang="en-GB" dirty="0"/>
              <a:t>: columns become row and rows become columns. It is achieved by adding the T attribute to its operation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240" y="1556792"/>
            <a:ext cx="3629025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3779912" y="4653136"/>
            <a:ext cx="720080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05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332656"/>
          </a:xfrm>
        </p:spPr>
        <p:txBody>
          <a:bodyPr>
            <a:normAutofit fontScale="90000"/>
          </a:bodyPr>
          <a:lstStyle/>
          <a:p>
            <a:r>
              <a:rPr lang="en-GB" dirty="0"/>
              <a:t>Reading Data in CSV or Text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548680"/>
            <a:ext cx="9001000" cy="1944216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Most common operation for data analysis is to read the data contained in a .CSV file of even a text file.</a:t>
            </a:r>
          </a:p>
          <a:p>
            <a:endParaRPr lang="en-GB" dirty="0"/>
          </a:p>
          <a:p>
            <a:r>
              <a:rPr lang="en-US" dirty="0"/>
              <a:t>Import Pandas before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read_csv()</a:t>
            </a:r>
            <a:r>
              <a:rPr lang="en-GB" dirty="0"/>
              <a:t> function will read the content of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.csv </a:t>
            </a:r>
            <a:r>
              <a:rPr lang="en-GB" dirty="0"/>
              <a:t>file and convert it to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dataframe object.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647" y="4293096"/>
            <a:ext cx="3057525" cy="959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02424" y="2735922"/>
            <a:ext cx="2987824" cy="954107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Original texting.csv and texting.txt files as seen in the spreadsheet and notepad</a:t>
            </a:r>
          </a:p>
        </p:txBody>
      </p:sp>
      <p:cxnSp>
        <p:nvCxnSpPr>
          <p:cNvPr id="6" name="Straight Arrow Connector 5"/>
          <p:cNvCxnSpPr>
            <a:stCxn id="4" idx="2"/>
          </p:cNvCxnSpPr>
          <p:nvPr/>
        </p:nvCxnSpPr>
        <p:spPr>
          <a:xfrm flipH="1">
            <a:off x="7452320" y="3690029"/>
            <a:ext cx="144016" cy="5310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693" y="5469554"/>
            <a:ext cx="20955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432858"/>
            <a:ext cx="4320480" cy="4403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2453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3"/>
            <a:ext cx="8229600" cy="1152127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pd.read_table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assumes tab-separated data by default. Use the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dirty="0"/>
              <a:t> parameter when the file uses another delimiter.</a:t>
            </a:r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GB" dirty="0"/>
              <a:t>Reading Data in CSV or Text files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383602"/>
            <a:ext cx="3888233" cy="213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383602"/>
            <a:ext cx="4416499" cy="2082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1560" y="2564904"/>
            <a:ext cx="2880320" cy="923330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dirty="0"/>
              <a:t>Output of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read_table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function without specifying the delimiter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051720" y="3488234"/>
            <a:ext cx="143916" cy="8953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6056" y="2348880"/>
            <a:ext cx="2880320" cy="923330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dirty="0"/>
              <a:t>Output of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read_table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function with specified delimiter</a:t>
            </a:r>
          </a:p>
        </p:txBody>
      </p:sp>
      <p:cxnSp>
        <p:nvCxnSpPr>
          <p:cNvPr id="10" name="Straight Arrow Connector 9"/>
          <p:cNvCxnSpPr>
            <a:endCxn id="2051" idx="0"/>
          </p:cNvCxnSpPr>
          <p:nvPr/>
        </p:nvCxnSpPr>
        <p:spPr>
          <a:xfrm>
            <a:off x="6516216" y="3356992"/>
            <a:ext cx="192026" cy="10266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05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81" y="836712"/>
            <a:ext cx="8928992" cy="2880320"/>
          </a:xfrm>
        </p:spPr>
        <p:txBody>
          <a:bodyPr>
            <a:normAutofit fontScale="85000" lnSpcReduction="10000"/>
          </a:bodyPr>
          <a:lstStyle/>
          <a:p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('Documents/texting.csv', </a:t>
            </a:r>
            <a:r>
              <a:rPr lang="en-GB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header=None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US" sz="2400" dirty="0">
                <a:cs typeface="Courier New" panose="02070309020205020404" pitchFamily="49" charset="0"/>
              </a:rPr>
              <a:t>means the file is treated as having no header row, and Pandas assigns default integer column names.</a:t>
            </a: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r>
              <a:rPr lang="en-GB" sz="2400" dirty="0">
                <a:solidFill>
                  <a:prstClr val="black"/>
                </a:solidFill>
                <a:cs typeface="Courier New" panose="02070309020205020404" pitchFamily="49" charset="0"/>
              </a:rPr>
              <a:t>You can specify the names directly by assigning a list of labels to the name options </a:t>
            </a:r>
          </a:p>
          <a:p>
            <a:endParaRPr lang="en-GB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dirty="0">
                <a:solidFill>
                  <a:prstClr val="black"/>
                </a:solidFill>
                <a:cs typeface="Courier New" panose="02070309020205020404" pitchFamily="49" charset="0"/>
              </a:rPr>
              <a:t>Create a dataframe with a hierarchical structure by extending the functionality of the </a:t>
            </a:r>
            <a:r>
              <a:rPr lang="en-GB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read_csv()</a:t>
            </a:r>
            <a:r>
              <a:rPr lang="en-GB" sz="2400" dirty="0">
                <a:solidFill>
                  <a:prstClr val="black"/>
                </a:solidFill>
                <a:cs typeface="Courier New" panose="02070309020205020404" pitchFamily="49" charset="0"/>
              </a:rPr>
              <a:t>function by adding the </a:t>
            </a:r>
            <a:r>
              <a:rPr lang="en-GB" sz="2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GB" sz="2400" dirty="0">
                <a:solidFill>
                  <a:prstClr val="black"/>
                </a:solidFill>
                <a:cs typeface="Courier New" panose="02070309020205020404" pitchFamily="49" charset="0"/>
              </a:rPr>
              <a:t> option.</a:t>
            </a:r>
          </a:p>
          <a:p>
            <a:endParaRPr lang="en-GB" sz="20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GB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2000" dirty="0"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Reading Data in CSV or Text files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342" y="4788608"/>
            <a:ext cx="2267046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81" y="4172464"/>
            <a:ext cx="6484962" cy="2511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516216" y="3789040"/>
            <a:ext cx="2531293" cy="369332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dirty="0"/>
              <a:t>Original Hierarchical data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8221755" y="4365104"/>
            <a:ext cx="47331" cy="423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0C47127-C87A-2028-1D7F-AC21E686C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2132856"/>
            <a:ext cx="4629796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26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788" y="908721"/>
            <a:ext cx="8784976" cy="1224136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Sometimes the files on which to parse the data do not show separators such as comma or a semicolon.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Regular expressions can be used as criteria for value separation.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Using </a:t>
            </a:r>
            <a:r>
              <a:rPr lang="en-GB" dirty="0" err="1"/>
              <a:t>RegExp</a:t>
            </a:r>
            <a:r>
              <a:rPr lang="en-GB" dirty="0"/>
              <a:t> to Parse TXT files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308970"/>
              </p:ext>
            </p:extLst>
          </p:nvPr>
        </p:nvGraphicFramePr>
        <p:xfrm>
          <a:off x="2627784" y="2492896"/>
          <a:ext cx="5904656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Single character, except newline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\d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\D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Non-digit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\s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Whitespace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\S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Non-whitespace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\n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New line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\t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Tab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\</a:t>
                      </a:r>
                      <a:r>
                        <a:rPr lang="en-GB" dirty="0" err="1"/>
                        <a:t>uxxxx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Unicode character specified by the hexadecimal number </a:t>
                      </a:r>
                      <a:r>
                        <a:rPr lang="en-GB" dirty="0" err="1"/>
                        <a:t>xxxx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40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88640"/>
            <a:ext cx="9145016" cy="346050"/>
          </a:xfrm>
        </p:spPr>
        <p:txBody>
          <a:bodyPr>
            <a:normAutofit fontScale="90000"/>
          </a:bodyPr>
          <a:lstStyle/>
          <a:p>
            <a:r>
              <a:rPr lang="en-GB" dirty="0"/>
              <a:t>Using </a:t>
            </a:r>
            <a:r>
              <a:rPr lang="en-GB" dirty="0" err="1"/>
              <a:t>RegExp</a:t>
            </a:r>
            <a:r>
              <a:rPr lang="en-GB" dirty="0"/>
              <a:t> to Parse TXT files - Examples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836712"/>
            <a:ext cx="23050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5767164" cy="201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82" y="3429000"/>
            <a:ext cx="814387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066477"/>
            <a:ext cx="141922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67744" y="5517232"/>
            <a:ext cx="5688632" cy="120032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This example extract the numeric part from a texting3.txt file. Header option = None because the column heading is not in the texting3.txt file.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874668" y="3933057"/>
            <a:ext cx="137492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465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773" y="1052736"/>
            <a:ext cx="8783514" cy="64807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With the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skiprows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option, you can exclude the lines you want.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88840"/>
            <a:ext cx="851200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928992" cy="346050"/>
          </a:xfrm>
        </p:spPr>
        <p:txBody>
          <a:bodyPr>
            <a:noAutofit/>
          </a:bodyPr>
          <a:lstStyle/>
          <a:p>
            <a:r>
              <a:rPr lang="en-GB" sz="3200" dirty="0"/>
              <a:t>Using </a:t>
            </a:r>
            <a:r>
              <a:rPr lang="en-GB" sz="3200" dirty="0" err="1"/>
              <a:t>RegExp</a:t>
            </a:r>
            <a:r>
              <a:rPr lang="en-GB" sz="3200" dirty="0"/>
              <a:t> to Parse TXT files - Examples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078" y="3500390"/>
            <a:ext cx="1776365" cy="1695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442991" y="4075921"/>
            <a:ext cx="1619672" cy="954107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Original texting2.txt file dataframe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444208" y="4552974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91680" y="4552974"/>
            <a:ext cx="2366983" cy="954107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texting2.txt file dataframe after skipping the first three rows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691680" y="3798182"/>
            <a:ext cx="1008112" cy="5554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629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Reading TXT Files into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5"/>
            <a:ext cx="8229600" cy="1728192"/>
          </a:xfrm>
        </p:spPr>
        <p:txBody>
          <a:bodyPr>
            <a:normAutofit fontScale="92500"/>
          </a:bodyPr>
          <a:lstStyle/>
          <a:p>
            <a:r>
              <a:rPr lang="en-GB" dirty="0"/>
              <a:t>To read only a portion of the file, you can specify the numbers of lines on which to parse. You can use the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nrows</a:t>
            </a:r>
            <a:r>
              <a:rPr lang="en-GB" dirty="0"/>
              <a:t> and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skiprows</a:t>
            </a:r>
            <a:r>
              <a:rPr lang="en-GB" dirty="0"/>
              <a:t> options.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645024"/>
            <a:ext cx="647700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199" y="4770596"/>
            <a:ext cx="2304256" cy="183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435957" y="4077072"/>
            <a:ext cx="1708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Original dataframe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7596336" y="4723403"/>
            <a:ext cx="360040" cy="3617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3528" y="5962492"/>
            <a:ext cx="3672408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Dataframe after using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skiprows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763688" y="5396711"/>
            <a:ext cx="72008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2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62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Writing Data in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720080"/>
          </a:xfrm>
        </p:spPr>
        <p:txBody>
          <a:bodyPr>
            <a:normAutofit fontScale="77500" lnSpcReduction="20000"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to_csv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: Function used to write the data contained in a dataframe to a csv file.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88840"/>
            <a:ext cx="4427207" cy="331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219817" y="1700808"/>
            <a:ext cx="2909852" cy="28803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index=False </a:t>
            </a:r>
            <a:r>
              <a:rPr lang="en-US" dirty="0"/>
              <a:t>if you do not want the </a:t>
            </a:r>
            <a:r>
              <a:rPr lang="en-US" dirty="0" err="1"/>
              <a:t>DataFrame</a:t>
            </a:r>
            <a:r>
              <a:rPr lang="en-US" dirty="0"/>
              <a:t> index written to the CSV.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header=False </a:t>
            </a:r>
            <a:r>
              <a:rPr lang="en-US" dirty="0"/>
              <a:t>if you do not want column names written</a:t>
            </a:r>
            <a:r>
              <a:rPr lang="en-GB" dirty="0"/>
              <a:t>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581128"/>
            <a:ext cx="47815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5092465"/>
            <a:ext cx="143827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2202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517632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Reading and Writing HTML &amp; Excel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1944216"/>
          </a:xfrm>
        </p:spPr>
        <p:txBody>
          <a:bodyPr>
            <a:normAutofit fontScale="55000" lnSpcReduction="20000"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to_html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function will convert a dataframe into an HTML table.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read_html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function returns a list of </a:t>
            </a:r>
            <a:r>
              <a:rPr lang="en-GB" dirty="0" err="1"/>
              <a:t>dataframes</a:t>
            </a:r>
            <a:r>
              <a:rPr lang="en-GB" dirty="0"/>
              <a:t> </a:t>
            </a:r>
            <a:r>
              <a:rPr lang="en-US" dirty="0"/>
              <a:t>because a web page can contain multiple tables</a:t>
            </a:r>
            <a:r>
              <a:rPr lang="en-GB" dirty="0"/>
              <a:t>.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to_excel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function to convert a dataframe into a spreadsheet on Excel.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read_excel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read the data contained in the excel file and convert it into a dataframe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717032"/>
            <a:ext cx="3333708" cy="314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708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764704"/>
            <a:ext cx="8208912" cy="3240360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Pandas can read from and write to SQL databases.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SQLAlchemy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can be used to create database connections for many database systems</a:t>
            </a:r>
            <a:r>
              <a:rPr lang="en-GB" dirty="0"/>
              <a:t>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create_engine() </a:t>
            </a:r>
            <a:r>
              <a:rPr lang="en-GB" dirty="0"/>
              <a:t>function is used to make a connection. Pandas functions such as: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pd.read_sql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or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df.to_sql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can then work with that connection.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Example code for connecting to different databases.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697144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Interacting with Databases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05064"/>
            <a:ext cx="7000875" cy="265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7D1A47-8BC2-2B6A-6FBF-A113F1605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500" y="1430009"/>
            <a:ext cx="4001058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62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en-GB" dirty="0"/>
              <a:t>Interacting with Databases – SQLite3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2"/>
            <a:ext cx="4176464" cy="5874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62164" y="778331"/>
            <a:ext cx="2808312" cy="2677656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Create a dataframe that will be used to create a new table on the SQLite3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2040" y="3727356"/>
            <a:ext cx="3143788" cy="523220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Implement the connection to the SQLite3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7127" y="4397224"/>
            <a:ext cx="3143788" cy="307777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Convert the dataframe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347254" y="3952766"/>
            <a:ext cx="463609" cy="57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338816" y="4551113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55994" y="4951818"/>
            <a:ext cx="3143788" cy="954107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Read the database with the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read_sql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function with the name of the table and the engine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518836" y="5085184"/>
            <a:ext cx="303812" cy="2511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076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13FE-51B6-C98D-C8E6-4B904246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SQLite Interaction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E39C1-84BD-642C-A6AB-97C84327D6D6}"/>
              </a:ext>
            </a:extLst>
          </p:cNvPr>
          <p:cNvSpPr txBox="1"/>
          <p:nvPr/>
        </p:nvSpPr>
        <p:spPr>
          <a:xfrm>
            <a:off x="1691680" y="1556792"/>
            <a:ext cx="457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import sqlite3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conn = sqlite3.connect("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students.db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df.to_sql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"students",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conn,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if_exists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="replace",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index=False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pd.read_sql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"SELECT * FROM students",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conn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536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17965</TotalTime>
  <Words>1389</Words>
  <Application>Microsoft Office PowerPoint</Application>
  <PresentationFormat>On-screen Show (4:3)</PresentationFormat>
  <Paragraphs>155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Pandas: Data Structures, Reading and Writing</vt:lpstr>
      <vt:lpstr>Basic introduction</vt:lpstr>
      <vt:lpstr>The Series</vt:lpstr>
      <vt:lpstr>The Series – Evaluating Values</vt:lpstr>
      <vt:lpstr>The Series – NaN Values</vt:lpstr>
      <vt:lpstr>The Series</vt:lpstr>
      <vt:lpstr>The DataFrame</vt:lpstr>
      <vt:lpstr>The DataFrame</vt:lpstr>
      <vt:lpstr>Reading Data in CSV or Text files</vt:lpstr>
      <vt:lpstr>Reading Data in CSV or Text files</vt:lpstr>
      <vt:lpstr>Reading Data in CSV or Text files</vt:lpstr>
      <vt:lpstr>Using RegExp to Parse TXT files</vt:lpstr>
      <vt:lpstr>Using RegExp to Parse TXT files - Examples</vt:lpstr>
      <vt:lpstr>Using RegExp to Parse TXT files - Examples</vt:lpstr>
      <vt:lpstr>Reading TXT Files into Parts</vt:lpstr>
      <vt:lpstr>Writing Data in CSV</vt:lpstr>
      <vt:lpstr>Reading and Writing HTML &amp; Excel Files</vt:lpstr>
      <vt:lpstr>Interacting with Databases</vt:lpstr>
      <vt:lpstr>Interacting with Databases – SQLite3 </vt:lpstr>
      <vt:lpstr>SQLite Interaction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Pandas: Reading and Writing</dc:title>
  <dc:creator>Mireilla Bikanga</dc:creator>
  <cp:lastModifiedBy>Mireilla Bikanga Ada</cp:lastModifiedBy>
  <cp:revision>129</cp:revision>
  <dcterms:created xsi:type="dcterms:W3CDTF">2019-09-06T15:15:13Z</dcterms:created>
  <dcterms:modified xsi:type="dcterms:W3CDTF">2026-09-18T09:34:43Z</dcterms:modified>
</cp:coreProperties>
</file>